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922" y="6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9225" y="1697999"/>
            <a:ext cx="7772400" cy="1470025"/>
          </a:xfrm>
        </p:spPr>
        <p:txBody>
          <a:bodyPr/>
          <a:lstStyle/>
          <a:p>
            <a:r>
              <a:rPr dirty="0"/>
              <a:t>Flu Vaccination Predictor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5025" y="3516836"/>
            <a:ext cx="6400800" cy="1752600"/>
          </a:xfrm>
        </p:spPr>
        <p:txBody>
          <a:bodyPr>
            <a:normAutofit fontScale="92500" lnSpcReduction="20000"/>
          </a:bodyPr>
          <a:lstStyle/>
          <a:p>
            <a:r>
              <a:rPr dirty="0"/>
              <a:t>By ALPHA GROUP</a:t>
            </a:r>
          </a:p>
          <a:p>
            <a:r>
              <a:rPr dirty="0"/>
              <a:t>Assimagbe Albert Raphael &amp; </a:t>
            </a:r>
            <a:r>
              <a:rPr dirty="0" err="1"/>
              <a:t>Saad</a:t>
            </a:r>
            <a:r>
              <a:rPr dirty="0"/>
              <a:t> Ali</a:t>
            </a:r>
          </a:p>
          <a:p>
            <a:r>
              <a:rPr dirty="0"/>
              <a:t>📊 Based on CDC H1N1 2009 Survey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Project Goals &amp;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b="1" dirty="0"/>
              <a:t>Objectives:</a:t>
            </a:r>
          </a:p>
          <a:p>
            <a:r>
              <a:rPr sz="2000" dirty="0"/>
              <a:t>- Identify who gets flu vaccines and why</a:t>
            </a:r>
          </a:p>
          <a:p>
            <a:r>
              <a:rPr sz="2000" dirty="0"/>
              <a:t>- Understand role of doctor recommendations</a:t>
            </a:r>
          </a:p>
          <a:p>
            <a:r>
              <a:rPr sz="2000" dirty="0"/>
              <a:t>- Use machine learning to predict vaccine behavior</a:t>
            </a:r>
          </a:p>
          <a:p>
            <a:r>
              <a:rPr sz="2000" dirty="0"/>
              <a:t>- Suggest smart ways to improve vaccination</a:t>
            </a:r>
          </a:p>
          <a:p>
            <a:endParaRPr sz="2000" dirty="0"/>
          </a:p>
          <a:p>
            <a:r>
              <a:rPr sz="2000" b="1" dirty="0"/>
              <a:t>Key Questions:</a:t>
            </a:r>
          </a:p>
          <a:p>
            <a:r>
              <a:rPr sz="2000" dirty="0"/>
              <a:t>- Who avoids the vaccine?</a:t>
            </a:r>
          </a:p>
          <a:p>
            <a:r>
              <a:rPr sz="2000" dirty="0"/>
              <a:t>- Do doctor suggestions help?</a:t>
            </a:r>
          </a:p>
          <a:p>
            <a:r>
              <a:rPr sz="2000" dirty="0"/>
              <a:t>- Which behaviors matter most?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Dataset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Source: CDC 2009 H1N1 Survey</a:t>
            </a:r>
          </a:p>
          <a:p>
            <a:r>
              <a:rPr sz="2000" dirty="0"/>
              <a:t>Size: 26,707 people, 36 features</a:t>
            </a:r>
          </a:p>
          <a:p>
            <a:endParaRPr sz="2000" dirty="0"/>
          </a:p>
          <a:p>
            <a:r>
              <a:rPr sz="2000" b="1" dirty="0"/>
              <a:t>Data Includes:</a:t>
            </a:r>
          </a:p>
          <a:p>
            <a:r>
              <a:rPr sz="2000" dirty="0"/>
              <a:t>- Demographics (age, education</a:t>
            </a:r>
            <a:r>
              <a:rPr sz="2000" dirty="0" smtClean="0"/>
              <a:t>,</a:t>
            </a:r>
            <a:r>
              <a:rPr lang="en-US" sz="2000" dirty="0" smtClean="0"/>
              <a:t> race, gender,</a:t>
            </a:r>
            <a:r>
              <a:rPr sz="2000" dirty="0" smtClean="0"/>
              <a:t> </a:t>
            </a:r>
            <a:r>
              <a:rPr sz="2000" dirty="0"/>
              <a:t>etc.)</a:t>
            </a:r>
          </a:p>
          <a:p>
            <a:r>
              <a:rPr sz="2000" dirty="0"/>
              <a:t>- Behaviors (handwashing, avoidance)</a:t>
            </a:r>
          </a:p>
          <a:p>
            <a:r>
              <a:rPr sz="2000" dirty="0"/>
              <a:t>- Health opinions and access</a:t>
            </a:r>
          </a:p>
          <a:p>
            <a:endParaRPr sz="2000" dirty="0"/>
          </a:p>
          <a:p>
            <a:r>
              <a:rPr sz="2000" b="1" dirty="0"/>
              <a:t>Challenge: </a:t>
            </a:r>
            <a:r>
              <a:rPr sz="2000" dirty="0"/>
              <a:t>Missing data in some columns (up to 50%)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803994" cy="3985298"/>
          </a:xfrm>
        </p:spPr>
        <p:txBody>
          <a:bodyPr>
            <a:normAutofit/>
          </a:bodyPr>
          <a:lstStyle/>
          <a:p>
            <a:pPr algn="just"/>
            <a:r>
              <a:rPr sz="2000" dirty="0"/>
              <a:t>- Doctor advice strongly influences vaccination</a:t>
            </a:r>
          </a:p>
          <a:p>
            <a:pPr algn="just"/>
            <a:r>
              <a:rPr sz="2000" dirty="0"/>
              <a:t>- Concern about H1N1 = more handwashing</a:t>
            </a:r>
          </a:p>
          <a:p>
            <a:pPr algn="just"/>
            <a:r>
              <a:rPr sz="2000" dirty="0"/>
              <a:t>- Older adults (65+) more likely to get seasonal flu shots</a:t>
            </a:r>
          </a:p>
          <a:p>
            <a:pPr algn="just"/>
            <a:r>
              <a:rPr sz="2000" dirty="0"/>
              <a:t>- Education affects knowledge, but not always behavior</a:t>
            </a:r>
          </a:p>
          <a:p>
            <a:pPr algn="just"/>
            <a:r>
              <a:rPr sz="2000" dirty="0"/>
              <a:t>- Some expected factors (income, age) were less predictive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4159" y="1421003"/>
            <a:ext cx="4247680" cy="41644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Visuals Of Findings </a:t>
            </a:r>
            <a:endParaRPr lang="en-US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199" y="1767494"/>
            <a:ext cx="4257065" cy="3718906"/>
          </a:xfrm>
        </p:spPr>
      </p:pic>
      <p:pic>
        <p:nvPicPr>
          <p:cNvPr id="10" name="Content Placeholder 9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772654"/>
            <a:ext cx="4038600" cy="4181055"/>
          </a:xfrm>
        </p:spPr>
      </p:pic>
    </p:spTree>
    <p:extLst>
      <p:ext uri="{BB962C8B-B14F-4D97-AF65-F5344CB8AC3E}">
        <p14:creationId xmlns:p14="http://schemas.microsoft.com/office/powerpoint/2010/main" val="741955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&amp;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1325"/>
          </a:xfrm>
        </p:spPr>
        <p:txBody>
          <a:bodyPr>
            <a:normAutofit/>
          </a:bodyPr>
          <a:lstStyle/>
          <a:p>
            <a:r>
              <a:rPr sz="2000" dirty="0"/>
              <a:t>- Cleaned all missing data (used imputation or dropped high-missing columns)</a:t>
            </a:r>
          </a:p>
          <a:p>
            <a:r>
              <a:rPr sz="2000" dirty="0"/>
              <a:t>- Used logistic regression and feature importance to analyze impact</a:t>
            </a:r>
          </a:p>
          <a:p>
            <a:endParaRPr sz="2000" dirty="0"/>
          </a:p>
          <a:p>
            <a:r>
              <a:rPr sz="2000" dirty="0"/>
              <a:t>Important predictors:</a:t>
            </a:r>
          </a:p>
          <a:p>
            <a:r>
              <a:rPr sz="2000" dirty="0"/>
              <a:t>- Doctor recommendation (47.5%)</a:t>
            </a:r>
          </a:p>
          <a:p>
            <a:r>
              <a:rPr sz="2000" dirty="0"/>
              <a:t>- H1N1 concern (57.2%)</a:t>
            </a:r>
          </a:p>
          <a:p>
            <a:r>
              <a:rPr sz="2000" dirty="0"/>
              <a:t>- Vaccine effectiveness belief</a:t>
            </a:r>
          </a:p>
          <a:p>
            <a:r>
              <a:rPr sz="2000" dirty="0"/>
              <a:t>- Chronic conditions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smtClean="0"/>
              <a:t>Recommendations</a:t>
            </a:r>
            <a:endParaRPr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0783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2000" dirty="0"/>
              <a:t>1. Train doctors to give strong, clear vaccine advice</a:t>
            </a:r>
          </a:p>
          <a:p>
            <a:pPr marL="0" indent="0">
              <a:buNone/>
            </a:pPr>
            <a:r>
              <a:rPr sz="2000" dirty="0"/>
              <a:t>2. Target under-vaccinated groups (50–64 year-olds)</a:t>
            </a:r>
          </a:p>
          <a:p>
            <a:pPr marL="0" indent="0">
              <a:buNone/>
            </a:pPr>
            <a:r>
              <a:rPr sz="2000" dirty="0"/>
              <a:t>3. Use SMS campaigns and infographics</a:t>
            </a:r>
          </a:p>
          <a:p>
            <a:pPr marL="0" indent="0">
              <a:buNone/>
            </a:pPr>
            <a:r>
              <a:rPr sz="2000" dirty="0"/>
              <a:t>4. Promote combined vaccine confidence messages</a:t>
            </a:r>
          </a:p>
          <a:p>
            <a:pPr marL="0" indent="0">
              <a:buNone/>
            </a:pPr>
            <a:r>
              <a:rPr sz="2000" dirty="0"/>
              <a:t>5. Improve future </a:t>
            </a:r>
            <a:r>
              <a:rPr sz="2000" dirty="0" smtClean="0"/>
              <a:t>surveys</a:t>
            </a:r>
            <a:r>
              <a:rPr sz="2000" dirty="0"/>
              <a:t>: ask about access and timing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46842" y="3678515"/>
            <a:ext cx="821608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000" dirty="0" smtClean="0"/>
              <a:t>Final </a:t>
            </a:r>
            <a:r>
              <a:rPr lang="en-US" sz="4000" dirty="0"/>
              <a:t>Thoughts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637" y="4386401"/>
            <a:ext cx="707646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GB" sz="2000" dirty="0" smtClean="0"/>
              <a:t>✅ </a:t>
            </a:r>
            <a:r>
              <a:rPr lang="en-GB" sz="2000" dirty="0"/>
              <a:t>Machine learning can help target interventions</a:t>
            </a:r>
          </a:p>
          <a:p>
            <a:pPr algn="just"/>
            <a:endParaRPr lang="en-GB" sz="2000" dirty="0" smtClean="0"/>
          </a:p>
          <a:p>
            <a:pPr algn="just"/>
            <a:r>
              <a:rPr lang="en-GB" sz="2000" dirty="0" smtClean="0"/>
              <a:t>✅ </a:t>
            </a:r>
            <a:r>
              <a:rPr lang="en-GB" sz="2000" dirty="0"/>
              <a:t>Beliefs and doctor input matter more than demographics</a:t>
            </a:r>
          </a:p>
          <a:p>
            <a:pPr algn="just"/>
            <a:endParaRPr lang="en-GB" sz="2000" dirty="0" smtClean="0"/>
          </a:p>
          <a:p>
            <a:pPr algn="just"/>
            <a:r>
              <a:rPr lang="en-GB" sz="2000" dirty="0" smtClean="0"/>
              <a:t>📢 </a:t>
            </a:r>
            <a:r>
              <a:rPr lang="en-GB" sz="2000" dirty="0"/>
              <a:t>Next step: Build prediction tool for clinics</a:t>
            </a:r>
            <a:endParaRPr lang="en-GB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305</Words>
  <Application>Microsoft Office PowerPoint</Application>
  <PresentationFormat>On-screen Show (4:3)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Flu Vaccination Predictor Project</vt:lpstr>
      <vt:lpstr>Project Goals &amp; Questions</vt:lpstr>
      <vt:lpstr>Dataset Summary</vt:lpstr>
      <vt:lpstr>Key Findings</vt:lpstr>
      <vt:lpstr>Visuals Of Findings </vt:lpstr>
      <vt:lpstr>Model &amp; Analysis</vt:lpstr>
      <vt:lpstr>Recommendations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 Vaccination Predictor Project</dc:title>
  <dc:subject/>
  <dc:creator/>
  <cp:keywords/>
  <dc:description>generated using python-pptx</dc:description>
  <cp:lastModifiedBy>Albert Raphael Assimagbe</cp:lastModifiedBy>
  <cp:revision>7</cp:revision>
  <dcterms:created xsi:type="dcterms:W3CDTF">2013-01-27T09:14:16Z</dcterms:created>
  <dcterms:modified xsi:type="dcterms:W3CDTF">2025-04-14T17:54:28Z</dcterms:modified>
  <cp:category/>
</cp:coreProperties>
</file>